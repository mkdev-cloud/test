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GenAI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AI-Powered Trade Document Intelligence and Risk Management System</a:t>
            </a:r>
          </a:p>
          <a:p>
            <a:r>
              <a:t>(Modernized for 2025 Technologies)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Trade finance involves multiple documents and intricate processes requiring precise compliance checks, risk assessments, contract management, and reconciliation. Siloed systems lead to inefficiencies, errors, fraud risks, and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Modernized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 GenAI platform using 2025 technologies: LLMs, RAG, Autonomous Agents, Graph ML, Smart Contracts, and IoT. Provides full lifecycle automation and risk intelligence.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Document Ingestion &amp;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Multimodal LLMs (GPT-4-turbo, Claude 3)</a:t>
            </a:r>
          </a:p>
          <a:p>
            <a:r>
              <a:t>- LayoutLMv3, DocFormer</a:t>
            </a:r>
          </a:p>
          <a:p>
            <a:r>
              <a:t>- TrOCR with contextual awareness</a:t>
            </a:r>
          </a:p>
          <a:p>
            <a:r>
              <a:t>- Handles PDFs, tables, scanned 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Autonomous Risk &amp; Compliance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RAG with vector DBs (Weaviate, Qdrant)</a:t>
            </a:r>
          </a:p>
          <a:p>
            <a:r>
              <a:t>- Temporal Knowledge Graphs</a:t>
            </a:r>
          </a:p>
          <a:p>
            <a:r>
              <a:t>- LangGraph / CrewAI for compliance agents</a:t>
            </a:r>
          </a:p>
          <a:p>
            <a:r>
              <a:t>- Dynamic risk scoring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Fraud &amp;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Graph ML, GNNs, LSTMs</a:t>
            </a:r>
          </a:p>
          <a:p>
            <a:r>
              <a:t>- Federated Learning</a:t>
            </a:r>
          </a:p>
          <a:p>
            <a:r>
              <a:t>- Synthetic fraud data generation using GenAI</a:t>
            </a:r>
          </a:p>
          <a:p>
            <a:r>
              <a:t>- Real-time pattern recognition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Context-Aware Smart Contract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Legal LLMs with trade compliance training</a:t>
            </a:r>
          </a:p>
          <a:p>
            <a:r>
              <a:t>- Prompt validation with legal RAG</a:t>
            </a:r>
          </a:p>
          <a:p>
            <a:r>
              <a:t>- Smart contracts on Azure Confidential Ledger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Intelligent Reconciliation &amp; Payment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Neural matching models</a:t>
            </a:r>
          </a:p>
          <a:p>
            <a:r>
              <a:t>- LangChain agents with action triggers</a:t>
            </a:r>
          </a:p>
          <a:p>
            <a:r>
              <a:t>- IoT + LLM reasoning for milestone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Real-time compliance and fraud detection</a:t>
            </a:r>
          </a:p>
          <a:p>
            <a:r>
              <a:t>- 70–80% reduction in manual effort</a:t>
            </a:r>
          </a:p>
          <a:p>
            <a:r>
              <a:t>- Auto-generated smart contracts</a:t>
            </a:r>
          </a:p>
          <a:p>
            <a:r>
              <a:t>- Faster settlement and transparency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Core: GPT-4-turbo, Claude 3, LLaMA 3</a:t>
            </a:r>
          </a:p>
          <a:p>
            <a:r>
              <a:t>Document AI: LayoutLMv3, TrOCR</a:t>
            </a:r>
          </a:p>
          <a:p>
            <a:r>
              <a:t>RAG: LangChain, Qdrant</a:t>
            </a:r>
          </a:p>
          <a:p>
            <a:r>
              <a:t>ML: Graph ML, Federated Learning</a:t>
            </a:r>
          </a:p>
          <a:p>
            <a:r>
              <a:t>Agents: CrewAI, LangGraph</a:t>
            </a:r>
          </a:p>
          <a:p>
            <a:r>
              <a:t>Smart Contracts: LegalLLMs, Azure Ledger</a:t>
            </a:r>
          </a:p>
          <a:p>
            <a:r>
              <a:t>Cloud: Azure AI, Zero Trust</a:t>
            </a:r>
          </a:p>
          <a:p>
            <a:r>
              <a:t>IoT: Azure IoT Hub, Kafka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