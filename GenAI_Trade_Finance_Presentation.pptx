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GenAI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Trade Document Intelligence and Risk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finance has complex document processes requiring compliance, risk assessment, contract management, and reconciliation. Traditional systems are siloed, causing inefficiency, errors, fraud, and delays. A unified GenAI platform can automate processes and improve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Agentic AI platform streamlines trade finance using LLM-powered agents and RAG. Key components:</a:t>
            </a:r>
          </a:p>
          <a:p/>
          <a:p>
            <a:r>
              <a:t>Intelligent Document Processing Agent: Uses LLMs/OCR to extract data from documents with enhanced accuracy via contextual understanding and RAG-driven validation.</a:t>
            </a:r>
          </a:p>
          <a:p/>
          <a:p>
            <a:r>
              <a:t>Dynamic Risk/Compliance Assessment Agent: Employs LLMs/RAG for real-time risk analysis using diverse data sources to generate risk scores.</a:t>
            </a:r>
          </a:p>
          <a:p/>
          <a:p>
            <a:r>
              <a:t>Proactive Fraud Detection Agent: LLMs detect anomalies, integrating with external APIs for verification.</a:t>
            </a:r>
          </a:p>
          <a:p/>
          <a:p>
            <a:r>
              <a:t>Context-Aware Smart Contract Agent: LLMs/RAG generate and execute contracts based on transaction details and legal data.</a:t>
            </a:r>
          </a:p>
          <a:p/>
          <a:p>
            <a:r>
              <a:t>Intelligent Reconciliation/Payment Agent: LLMs/RAG automate invoice matching and discrepancy resolution.</a:t>
            </a:r>
          </a:p>
          <a:p/>
          <a:p>
            <a:r>
              <a:t>This agentic architecture with LLMs/RAG improves automation, efficiency, and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automation, real-time risk analysis, fraud prevention, efficient contract execution, and faster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Innovative use of Agentic AI with LLMs and RAG to unify trade finance processes, automating key functions within a single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OCR, NLP (with LLMs), ML, LLMs, RAG, Data Integration APIs, Cloud (Azure), Databases (PostgreSQL, MongoDB), API-First Architecture, IoT, Security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