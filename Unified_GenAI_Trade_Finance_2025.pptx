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Unified GenAI Use Case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Trade Document Intelligence and Risk Management System (2025 Edition)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Trade finance involves complex documents and processes for compliance, risk assessment, contract management, and reconciliation. Traditional systems are siloed, causing inefficiency, errors, and fraud. A unified GenAI platform can automate and improve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Document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Multimodal LLMs (GPT-4-turbo, Claude 3) for text, images, tables</a:t>
            </a:r>
          </a:p>
          <a:p>
            <a:r>
              <a:t>- LayoutLMv3, DocFormer for form/document intelligence</a:t>
            </a:r>
          </a:p>
          <a:p>
            <a:r>
              <a:t>- TrOCR for retrainable OCR</a:t>
            </a:r>
          </a:p>
          <a:p/>
          <a:p>
            <a:r>
              <a:t>→ Contextual understanding across diverse formats and layouts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Autonomous Risk &amp; Compliance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RAG with vector DBs (Weaviate, Qdrant)</a:t>
            </a:r>
          </a:p>
          <a:p>
            <a:r>
              <a:t>- Temporal Knowledge Graphs, Event AI</a:t>
            </a:r>
          </a:p>
          <a:p>
            <a:r>
              <a:t>- LLM-Orchestrated Agents (LangGraph, CrewAI)</a:t>
            </a:r>
          </a:p>
          <a:p/>
          <a:p>
            <a:r>
              <a:t>→ Dynamic, explainable risk scoring with real-time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Fraud &amp;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Graph ML + Time-Series for anomaly detection</a:t>
            </a:r>
          </a:p>
          <a:p>
            <a:r>
              <a:t>- Federated Learning for secure multi-org models</a:t>
            </a:r>
          </a:p>
          <a:p>
            <a:r>
              <a:t>- Synthetic fraud data using GenAI</a:t>
            </a:r>
          </a:p>
          <a:p/>
          <a:p>
            <a:r>
              <a:t>→ Proactive detection of novel and known fraud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Context-Aware Smart Contract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Legal LLMs with trade/ICC tuning</a:t>
            </a:r>
          </a:p>
          <a:p>
            <a:r>
              <a:t>- Prompt pipelines with clause validation</a:t>
            </a:r>
          </a:p>
          <a:p>
            <a:r>
              <a:t>- Azure Confidential Ledger for execution</a:t>
            </a:r>
          </a:p>
          <a:p/>
          <a:p>
            <a:r>
              <a:t>→ Automated legal contracts with secure digital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AI-Orchestrated Reconciliation &amp; Payment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Neural Matching for line-item reconciliation</a:t>
            </a:r>
          </a:p>
          <a:p>
            <a:r>
              <a:t>- IoT-triggered logic via LLM reasoning</a:t>
            </a:r>
          </a:p>
          <a:p>
            <a:r>
              <a:t>- Autonomous agents to trigger alerts or actions</a:t>
            </a:r>
          </a:p>
          <a:p/>
          <a:p>
            <a:r>
              <a:t>→ Real-time resolution and faster settlement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Real-time risk/fraud mitigation</a:t>
            </a:r>
          </a:p>
          <a:p>
            <a:r>
              <a:t>- 70–80% manual effort reduction</a:t>
            </a:r>
          </a:p>
          <a:p>
            <a:r>
              <a:t>- Accurate, explainable document-to-contract flow</a:t>
            </a:r>
          </a:p>
          <a:p>
            <a:r>
              <a:t>- Faster settlements and improved trust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Novel in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Agentic AI with LLM + RAG + Graph ML</a:t>
            </a:r>
          </a:p>
          <a:p>
            <a:r>
              <a:t>- Dynamic compliance via temporal intelligence</a:t>
            </a:r>
          </a:p>
          <a:p>
            <a:r>
              <a:t>- Secure, low-latency contract execution</a:t>
            </a:r>
          </a:p>
          <a:p>
            <a:r>
              <a:t>- Regulatory-aligned GenAI outputs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Core: GPT-4-turbo, Claude 3, LLaMA 3, Gemini</a:t>
            </a:r>
          </a:p>
          <a:p>
            <a:r>
              <a:t>Document AI: LayoutLMv3, DocFormer, TrOCR</a:t>
            </a:r>
          </a:p>
          <a:p>
            <a:r>
              <a:t>RAG &amp; Vectors: LangChain, LlamaIndex, Qdrant</a:t>
            </a:r>
          </a:p>
          <a:p>
            <a:r>
              <a:t>Anomaly Detection: Graph ML, Federated Learning</a:t>
            </a:r>
          </a:p>
          <a:p>
            <a:r>
              <a:t>Agents: LangGraph, CrewAI</a:t>
            </a:r>
          </a:p>
          <a:p>
            <a:r>
              <a:t>Smart Contracts: Azure Confidential Ledger, Solidity</a:t>
            </a:r>
          </a:p>
          <a:p>
            <a:r>
              <a:t>Cloud/Security: Azure AI, Zero Trust, Encryption</a:t>
            </a:r>
          </a:p>
          <a:p>
            <a:r>
              <a:t>IoT/Event: Azure IoT, Kafka, MQTT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